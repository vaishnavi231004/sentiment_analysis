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D48864-A875-4391-9508-5678E75DDDCB}" v="1" dt="2025-10-07T06:23:4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evaishnavi2025@outlook.com" userId="f11b87aeb3570f1c" providerId="LiveId" clId="{C84C1CAF-6F3E-486E-B5A3-B30779177F65}"/>
    <pc:docChg chg="custSel modSld">
      <pc:chgData name="mohitevaishnavi2025@outlook.com" userId="f11b87aeb3570f1c" providerId="LiveId" clId="{C84C1CAF-6F3E-486E-B5A3-B30779177F65}" dt="2025-10-07T06:23:56.244" v="5" actId="732"/>
      <pc:docMkLst>
        <pc:docMk/>
      </pc:docMkLst>
      <pc:sldChg chg="modSp mod">
        <pc:chgData name="mohitevaishnavi2025@outlook.com" userId="f11b87aeb3570f1c" providerId="LiveId" clId="{C84C1CAF-6F3E-486E-B5A3-B30779177F65}" dt="2025-10-07T06:23:40.319" v="1" actId="27636"/>
        <pc:sldMkLst>
          <pc:docMk/>
          <pc:sldMk cId="0" sldId="256"/>
        </pc:sldMkLst>
        <pc:spChg chg="mod">
          <ac:chgData name="mohitevaishnavi2025@outlook.com" userId="f11b87aeb3570f1c" providerId="LiveId" clId="{C84C1CAF-6F3E-486E-B5A3-B30779177F65}" dt="2025-10-07T06:23:40.319" v="1" actId="27636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mohitevaishnavi2025@outlook.com" userId="f11b87aeb3570f1c" providerId="LiveId" clId="{C84C1CAF-6F3E-486E-B5A3-B30779177F65}" dt="2025-10-07T06:23:40.335" v="2" actId="27636"/>
        <pc:sldMkLst>
          <pc:docMk/>
          <pc:sldMk cId="0" sldId="259"/>
        </pc:sldMkLst>
        <pc:spChg chg="mod">
          <ac:chgData name="mohitevaishnavi2025@outlook.com" userId="f11b87aeb3570f1c" providerId="LiveId" clId="{C84C1CAF-6F3E-486E-B5A3-B30779177F65}" dt="2025-10-07T06:23:40.335" v="2" actId="27636"/>
          <ac:spMkLst>
            <pc:docMk/>
            <pc:sldMk cId="0" sldId="259"/>
            <ac:spMk id="111" creationId="{00000000-0000-0000-0000-000000000000}"/>
          </ac:spMkLst>
        </pc:spChg>
      </pc:sldChg>
      <pc:sldChg chg="addSp delSp modSp mod">
        <pc:chgData name="mohitevaishnavi2025@outlook.com" userId="f11b87aeb3570f1c" providerId="LiveId" clId="{C84C1CAF-6F3E-486E-B5A3-B30779177F65}" dt="2025-10-07T06:23:56.244" v="5" actId="732"/>
        <pc:sldMkLst>
          <pc:docMk/>
          <pc:sldMk cId="0" sldId="263"/>
        </pc:sldMkLst>
        <pc:picChg chg="add mod modCrop">
          <ac:chgData name="mohitevaishnavi2025@outlook.com" userId="f11b87aeb3570f1c" providerId="LiveId" clId="{C84C1CAF-6F3E-486E-B5A3-B30779177F65}" dt="2025-10-07T06:23:56.244" v="5" actId="732"/>
          <ac:picMkLst>
            <pc:docMk/>
            <pc:sldMk cId="0" sldId="263"/>
            <ac:picMk id="2" creationId="{E7B01E09-CE04-62BC-99C1-8738F85F862E}"/>
          </ac:picMkLst>
        </pc:picChg>
        <pc:picChg chg="del">
          <ac:chgData name="mohitevaishnavi2025@outlook.com" userId="f11b87aeb3570f1c" providerId="LiveId" clId="{C84C1CAF-6F3E-486E-B5A3-B30779177F65}" dt="2025-10-07T06:23:44.050" v="3" actId="478"/>
          <ac:picMkLst>
            <pc:docMk/>
            <pc:sldMk cId="0" sldId="263"/>
            <ac:picMk id="14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efe2bb07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efe2bb07c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8efe2bb07c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efe2bb07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efe2bb07c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8efe2bb07c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efe2bb07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efe2bb07c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8efe2bb07c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fe2bb07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efe2bb07c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8efe2bb07c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1133989"/>
            <a:ext cx="10515600" cy="85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  <a:defRPr sz="3200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2166425"/>
            <a:ext cx="10515600" cy="401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1122364"/>
            <a:ext cx="9144000" cy="1660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IN" sz="3200" b="1">
                <a:latin typeface="Times New Roman"/>
                <a:ea typeface="Times New Roman"/>
                <a:cs typeface="Times New Roman"/>
                <a:sym typeface="Times New Roman"/>
              </a:rPr>
              <a:t>A Presentation on </a:t>
            </a:r>
            <a:br>
              <a:rPr lang="en-IN" sz="28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800" b="1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IN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3064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 b="1"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Bhanuja Sharma    ID: TU8F2223016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Vaishnavi Mohite  ID: TU8F2223018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Niharika Seth        ID: TU8F2223007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00" b="1"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b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Prof.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Snehal Mane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1133989"/>
            <a:ext cx="10515600" cy="85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IN" b="1">
                <a:solidFill>
                  <a:schemeClr val="dk1"/>
                </a:solidFill>
              </a:rPr>
              <a:t>INTRODUCTION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243200" y="1872275"/>
            <a:ext cx="11496000" cy="48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IN" sz="1700"/>
              <a:t>Sentiment Analysis is the process of identifying and categorizing opinions expressed in text to determine whether the attitude is positive, negative or neutral.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IN" sz="1700"/>
              <a:t>The project focuses on building a web-based sentiment analysis application using the Flask framework as the backend.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IN" sz="1700"/>
              <a:t>It leverages Hugging Face Transformers, which provide state-of-the-art pre-trained models for Natural Language Processing (NLP).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IN" sz="1700"/>
              <a:t>Specifically, the application uses BERTweet, a transformer model trained on 850 million English tweets, making it highly effective for analyzing social media text.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IN" sz="1700"/>
              <a:t>The system classifies user input text into three sentiment categories:</a:t>
            </a:r>
            <a:endParaRPr sz="17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/>
              <a:t>1. Positive</a:t>
            </a:r>
            <a:endParaRPr sz="17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/>
              <a:t>2. Negative</a:t>
            </a:r>
            <a:endParaRPr sz="17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/>
              <a:t>3. Neutral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IN" sz="1700"/>
              <a:t>The application exposes a REST API endpoint that accepts text as input and returns a structured JSON response containing the sentiment label and confidence score.</a:t>
            </a:r>
            <a:endParaRPr sz="17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700"/>
              <a:t>This makes it easy to integrate the model into front-end interfaces (e.g., websites, dashboards) for real-time sentiment analysis</a:t>
            </a:r>
            <a:r>
              <a:rPr lang="en-IN" sz="1600"/>
              <a:t>.</a:t>
            </a:r>
            <a:endParaRPr sz="1600"/>
          </a:p>
          <a:p>
            <a:pPr marL="228600" lvl="0" indent="-5080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838200" y="1133989"/>
            <a:ext cx="10515600" cy="85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</a:rPr>
              <a:t>PROBLEM STATEMENT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1218875" y="1986900"/>
            <a:ext cx="10308300" cy="416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457200" lvl="0" indent="-333454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IN" sz="5080"/>
              <a:t>Traditional Tools  rely on simple lexicon-based methods, which struggle with complex or ambiguous sentences.</a:t>
            </a:r>
            <a:endParaRPr sz="5080"/>
          </a:p>
          <a:p>
            <a:pPr marL="457200" lvl="0" indent="-33345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IN" sz="5080"/>
              <a:t>They often fail to correctly identify neutral sentiments, misclassifying them as positive or negative.</a:t>
            </a:r>
            <a:endParaRPr sz="5080"/>
          </a:p>
          <a:p>
            <a:pPr marL="457200" lvl="0" indent="-33345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IN" sz="5080"/>
              <a:t>This leads to reduced accuracy and makes them less reliable for social media data where neutral opinions are very common.</a:t>
            </a:r>
            <a:endParaRPr sz="5080"/>
          </a:p>
          <a:p>
            <a:pPr marL="457200" lvl="0" indent="-33345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IN" sz="5080"/>
              <a:t>A system is required that goes beyond two-class classification and supports three classes: positive, negative and neutral.</a:t>
            </a:r>
            <a:endParaRPr sz="5080"/>
          </a:p>
          <a:p>
            <a:pPr marL="457200" lvl="0" indent="-33345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IN" sz="5080"/>
              <a:t>The API should leverage pre-trained models like BERTweet, which are trained on massive amounts of Twitter data and better handle slang, emojis and informal language.</a:t>
            </a:r>
            <a:endParaRPr sz="5080"/>
          </a:p>
          <a:p>
            <a:pPr marL="457200" lvl="0" indent="-33345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IN" sz="5080"/>
              <a:t>The solution is to deploy REST API, making it accessible for integration with web applications and enabling real-time inference for user-facing platforms.</a:t>
            </a:r>
            <a:endParaRPr sz="5080"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838200" y="1133989"/>
            <a:ext cx="10515600" cy="85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</a:rPr>
              <a:t>METHODOLOGY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186650" y="2166425"/>
            <a:ext cx="11708100" cy="38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b="1"/>
              <a:t>1. Input Collection</a:t>
            </a:r>
            <a:endParaRPr sz="1600" b="1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The user enters text in the web interface (index.html) or sends via POST request.</a:t>
            </a:r>
            <a:endParaRPr sz="16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Text is validated for empty input.</a:t>
            </a:r>
            <a:endParaRPr sz="16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b="1"/>
              <a:t>2. Preprocessing</a:t>
            </a:r>
            <a:endParaRPr sz="1600" b="1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Minimal preprocessing: stripping extra spaces.</a:t>
            </a:r>
            <a:endParaRPr sz="16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Advanced NLP preprocessing (tokenization, embeddings) is handled internally by the BERTweet model.</a:t>
            </a:r>
            <a:endParaRPr sz="16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b="1"/>
              <a:t>3. Sentiment Analysis</a:t>
            </a:r>
            <a:endParaRPr sz="1600" b="1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Use Hugging Face Transformers pipeline to perform sentiment classification.</a:t>
            </a:r>
            <a:endParaRPr sz="16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Model used: bertweet (3-class: POS, NEG, NEU).</a:t>
            </a:r>
            <a:endParaRPr sz="16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Model outputs label and confidence score.</a:t>
            </a:r>
            <a:endParaRPr sz="16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b="1"/>
              <a:t>4. Mapping &amp; Classification</a:t>
            </a:r>
            <a:endParaRPr sz="1600" b="1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Labels mapped to human-readable format:</a:t>
            </a:r>
            <a:endParaRPr sz="1600"/>
          </a:p>
          <a:p>
            <a:pPr marL="914400" lvl="1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IN" sz="1600"/>
              <a:t>POS → Positive</a:t>
            </a:r>
            <a:endParaRPr sz="1600"/>
          </a:p>
          <a:p>
            <a:pPr marL="914400" lvl="1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IN" sz="1600"/>
              <a:t>NEG → Negative</a:t>
            </a:r>
            <a:endParaRPr sz="1600"/>
          </a:p>
          <a:p>
            <a:pPr marL="914400" lvl="1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IN" sz="1600"/>
              <a:t>NEU → Neutral</a:t>
            </a:r>
            <a:endParaRPr sz="16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IN" sz="1600"/>
              <a:t>Confidence score indicates model certainty for each prediction.</a:t>
            </a:r>
            <a:endParaRPr sz="1600" b="1"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838200" y="1133989"/>
            <a:ext cx="10515600" cy="85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</a:rPr>
              <a:t>FLOWCHART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0" y="2181225"/>
            <a:ext cx="11601450" cy="35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838200" y="1133989"/>
            <a:ext cx="10515600" cy="85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</a:rPr>
              <a:t>APPLICATIONS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55325" y="2166425"/>
            <a:ext cx="11382900" cy="445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/>
              <a:t>1. Customer Feedback &amp; Reviews</a:t>
            </a:r>
            <a:endParaRPr sz="1700" b="1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Analyze product or service reviews automatically.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Classify feedback as positive, negative, or neutral.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Identify trends in customer satisfaction for business improvement.</a:t>
            </a:r>
            <a:endParaRPr sz="17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/>
              <a:t>2. Social Media Monitoring</a:t>
            </a:r>
            <a:endParaRPr sz="1700" b="1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Analyze tweets, Facebook posts, or Instagram comments to track public sentiment.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Detect trending opinions about brands, events, or products.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Spot potential PR crises early.</a:t>
            </a:r>
            <a:endParaRPr sz="17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/>
              <a:t>3. Chatbots &amp; Virtual Assistants</a:t>
            </a:r>
            <a:endParaRPr sz="1700" b="1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Enhance chatbots by understanding user emotions.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Respond differently to positive, negative, or neutral messages.</a:t>
            </a:r>
            <a:endParaRPr sz="17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/>
              <a:t>4. Market Research</a:t>
            </a:r>
            <a:endParaRPr sz="1700" b="1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Analyze sentiment from surveys, forums or online discussions.</a:t>
            </a:r>
            <a:endParaRPr sz="17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IN" sz="1700"/>
              <a:t>Understand consumer preferences and adjust marketing strategies.</a:t>
            </a:r>
            <a:endParaRPr sz="1700"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38200" y="1213364"/>
            <a:ext cx="105156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IN">
                <a:solidFill>
                  <a:schemeClr val="dk1"/>
                </a:solidFill>
              </a:rPr>
              <a:t>ESULT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300" y="2066275"/>
            <a:ext cx="5486400" cy="38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B01E09-CE04-62BC-99C1-8738F85F86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84"/>
          <a:stretch>
            <a:fillRect/>
          </a:stretch>
        </p:blipFill>
        <p:spPr>
          <a:xfrm>
            <a:off x="838200" y="2340076"/>
            <a:ext cx="5382260" cy="36631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571</Words>
  <Application>Microsoft Office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Theme1</vt:lpstr>
      <vt:lpstr>A Presentation on   “SENTIMENT ANALYSIS”</vt:lpstr>
      <vt:lpstr>INTRODUCTION </vt:lpstr>
      <vt:lpstr>PROBLEM STATEMENT</vt:lpstr>
      <vt:lpstr>METHODOLOGY</vt:lpstr>
      <vt:lpstr>FLOWCHART</vt:lpstr>
      <vt:lpstr>APPLICATIONS</vt:lpstr>
      <vt:lpstr>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mohite</dc:creator>
  <cp:lastModifiedBy>mohitevaishnavi2025@outlook.com</cp:lastModifiedBy>
  <cp:revision>1</cp:revision>
  <dcterms:modified xsi:type="dcterms:W3CDTF">2025-10-07T06:23:58Z</dcterms:modified>
</cp:coreProperties>
</file>